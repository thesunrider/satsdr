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9328-5383-BB97-2337-026D83994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C8DFD-700A-EAB0-5577-760D02F5B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5C66-2B14-A6C2-84D5-1D96FF35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C909-0EDA-C945-53C8-BB4CEFD6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530B6-0570-4D17-10C1-28D72386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4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249D-A7AA-206F-991A-CABE8FC5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42AC-FDCB-B1BA-8643-1DD382F2A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5EE4F-C8DE-2213-78AD-1AAD6667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0850-223B-C771-29C5-030B934E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13E0-8C6A-A7A1-B5DB-9CEEE2FA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9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A238-94D4-EB92-D55D-A4174E80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3CC2A-88AE-9E5A-C46E-C1E504D40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51D6-1716-4A7D-0BBB-A76BB18F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54AE-500C-19A6-3AA4-A8B2BDA2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5CB73-B9F8-131E-22DD-221B35CF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59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9661-5B43-846B-0194-246241D2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171D0-EEC3-8039-A82E-595310162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91B80-9CEC-E3C0-8B09-2056304D8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43401-8B54-925F-0C61-AE882079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80522-C844-6B39-6348-54663DFC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22BDF-909D-3667-7B9A-62E8A032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6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CF73-F9FB-1FD1-3FB5-B9FFBC12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5A0DD-540F-27E9-0D90-8810FF5E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94D2A-E6F0-5685-5229-B8CF7C07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1FF17-F083-EF26-9666-399D2C499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FC5B7-1588-6FFA-3EB2-6C164780A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79049-CC44-57A4-C6F3-E375E469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5AA04-AE49-D9CC-B12E-FD4DBD15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152A9-138C-895D-1C12-BE51D6A1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0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83E8-5D12-E5E1-1807-F23452FE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A7A59-4517-1CF4-2B25-D029E5E1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DEB68-81AA-3DA0-F9E4-5CE2599C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E0C11-935F-93E5-4AEC-29DF94F2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32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2C902-905A-5F5D-021F-B42EC06D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72E5A-36CF-5C96-CBA0-83EE3DEB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17A91-7125-F9AA-97B7-04E14A8B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72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CCD0-9FC6-557E-01F7-2158050B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689E4-EAFF-69B1-29E7-BC445A9E1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2AA88-97D5-2E0C-F9ED-AC3EDAD7E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70FD9-5896-144C-5648-32D02916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F4838-E3C7-1957-B32E-7155C470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B78D5-01C2-7E91-95F6-16DC2A3E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20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546E-E0E4-1C2D-E510-96DD354C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BB82E-20D4-A7B4-A021-6702C5322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6997E-B2ED-E82D-5887-45C3BE8C8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38468-D08E-F30E-72AB-3CCF9D19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B4125-1432-E119-F656-0973915A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0F2E7-135B-6071-18BF-2502C771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3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D3C7-9A76-F194-1A40-4C9A15BC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B2B10-46BB-6CCC-4BCF-A1F9AC97F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E3A9-28C2-2569-C536-1EBC598E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EA92-6BC8-2982-145F-85F899FC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1BEB-F96F-771F-42C7-0832CD08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13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1F1EA-024F-413B-E230-D0A415A1D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45F9E-D4D6-F882-5B87-D0E94FFB4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48895-B0D0-10B1-F0E5-EA9D4AE8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5831-687B-8E87-8875-5796CA43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95F0-5AF3-AF1A-4560-3E6D0719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4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0F3D4-E0F0-30C2-5B5C-BC2B58BF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9BA56-11DC-2E4E-7BEB-1218B3AB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AD657-30D1-31AB-811E-F471C3B95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13FFE-A22B-4105-8B04-F728B368FEBF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39F88-2C77-E324-CC3D-CDE83D540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AABF-5B92-69BC-538C-D88F039E2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DC9FC-6FC3-4CF9-87FF-98C1CB9DA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CF33-2910-3607-7EB9-4350C7B2E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33333"/>
                </a:solidFill>
                <a:effectLst/>
                <a:latin typeface="wf_segoe-ui_normal"/>
              </a:rPr>
              <a:t>Regenerative SDR for NOAA Satellite Reception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C4E1E-F3EC-D79B-B35A-C0F4F74CA0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Project proposal - </a:t>
            </a:r>
            <a:r>
              <a:rPr lang="en-IN" dirty="0" err="1"/>
              <a:t>Suryasaradhi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246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606B-8D80-D676-C9C0-BBE2E914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56E2-D6BE-8DFB-3DFC-9EB757218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2012168" cy="4867783"/>
          </a:xfrm>
        </p:spPr>
        <p:txBody>
          <a:bodyPr/>
          <a:lstStyle/>
          <a:p>
            <a:r>
              <a:rPr lang="en-IN" dirty="0"/>
              <a:t>Reception of live NOAA satellite weather signal with minimum power consumption no internet</a:t>
            </a:r>
          </a:p>
          <a:p>
            <a:r>
              <a:rPr lang="en-IN" dirty="0"/>
              <a:t>Expensive components to </a:t>
            </a:r>
            <a:r>
              <a:rPr lang="en-IN" dirty="0" err="1"/>
              <a:t>downconvert</a:t>
            </a:r>
            <a:r>
              <a:rPr lang="en-IN" dirty="0"/>
              <a:t> high frequency signals</a:t>
            </a:r>
          </a:p>
          <a:p>
            <a:r>
              <a:rPr lang="en-IN" dirty="0"/>
              <a:t>Creation of a low-cost SDR with minimal components</a:t>
            </a:r>
          </a:p>
          <a:p>
            <a:pPr lvl="1"/>
            <a:r>
              <a:rPr lang="en-IN" dirty="0"/>
              <a:t>No mixer</a:t>
            </a:r>
          </a:p>
          <a:p>
            <a:pPr lvl="1"/>
            <a:r>
              <a:rPr lang="en-IN" dirty="0"/>
              <a:t>No Separate filter</a:t>
            </a:r>
          </a:p>
          <a:p>
            <a:pPr lvl="1"/>
            <a:r>
              <a:rPr lang="en-IN" dirty="0"/>
              <a:t>No separate amplification stage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84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75A5-0F8B-EC59-9BD3-29B0EB4B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09024-9EAC-AA01-427B-E575FCDC8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365125"/>
            <a:ext cx="7600950" cy="603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370389-6C97-253C-39A9-ED52833DBAC2}"/>
              </a:ext>
            </a:extLst>
          </p:cNvPr>
          <p:cNvSpPr txBox="1"/>
          <p:nvPr/>
        </p:nvSpPr>
        <p:spPr>
          <a:xfrm>
            <a:off x="762000" y="1690688"/>
            <a:ext cx="3638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Fine and coarse control through quench and frequency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Opamp</a:t>
            </a:r>
            <a:r>
              <a:rPr lang="en-IN" dirty="0"/>
              <a:t> adjustable gain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CB amp attenuator for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direct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78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75A5-0F8B-EC59-9BD3-29B0EB4B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6824-443A-1B71-678C-8259E633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Build helical antenna – 135-140 </a:t>
            </a:r>
            <a:r>
              <a:rPr lang="en-IN" dirty="0" err="1"/>
              <a:t>Mhz</a:t>
            </a:r>
            <a:r>
              <a:rPr lang="en-IN" dirty="0"/>
              <a:t>, 50 ohms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r>
              <a:rPr lang="en-IN" dirty="0"/>
              <a:t>Test antenna – VNA (</a:t>
            </a:r>
            <a:r>
              <a:rPr lang="en-IN" dirty="0" err="1"/>
              <a:t>NanoVNA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Confirm VSWR less than 3 for the band</a:t>
            </a:r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 descr="Building a Weather Satellite Antenna – CHRZ Engineering">
            <a:extLst>
              <a:ext uri="{FF2B5EF4-FFF2-40B4-BE49-F238E27FC236}">
                <a16:creationId xmlns:a16="http://schemas.microsoft.com/office/drawing/2014/main" id="{B31B92A5-F0E7-F0A7-56DB-01AC95BA7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75" y="0"/>
            <a:ext cx="2790825" cy="679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7AB8A0-7FF5-D5BE-299E-F03FDC7CC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921136"/>
              </p:ext>
            </p:extLst>
          </p:nvPr>
        </p:nvGraphicFramePr>
        <p:xfrm>
          <a:off x="1104900" y="2456339"/>
          <a:ext cx="7724775" cy="2194560"/>
        </p:xfrm>
        <a:graphic>
          <a:graphicData uri="http://schemas.openxmlformats.org/drawingml/2006/table">
            <a:tbl>
              <a:tblPr/>
              <a:tblGrid>
                <a:gridCol w="2574925">
                  <a:extLst>
                    <a:ext uri="{9D8B030D-6E8A-4147-A177-3AD203B41FA5}">
                      <a16:colId xmlns:a16="http://schemas.microsoft.com/office/drawing/2014/main" val="4107528202"/>
                    </a:ext>
                  </a:extLst>
                </a:gridCol>
                <a:gridCol w="2574925">
                  <a:extLst>
                    <a:ext uri="{9D8B030D-6E8A-4147-A177-3AD203B41FA5}">
                      <a16:colId xmlns:a16="http://schemas.microsoft.com/office/drawing/2014/main" val="537536675"/>
                    </a:ext>
                  </a:extLst>
                </a:gridCol>
                <a:gridCol w="2574925">
                  <a:extLst>
                    <a:ext uri="{9D8B030D-6E8A-4147-A177-3AD203B41FA5}">
                      <a16:colId xmlns:a16="http://schemas.microsoft.com/office/drawing/2014/main" val="841889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Satellite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Frequency (MHz)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06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NOAA-15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137.620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8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NOAA-18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137.9125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44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NOAA-19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137.100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96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NOAA-14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137.620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Decommissioned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31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NOAA-17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137.500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Decommissioned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80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86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7A8A-CBBF-EEBC-C9A1-CBF4DD93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15C0-40BF-DB24-FE40-6F65E374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IN" dirty="0"/>
              <a:t>Implement regenerative SDR in hardware – Simulation is close to impossible </a:t>
            </a:r>
          </a:p>
          <a:p>
            <a:r>
              <a:rPr lang="en-IN" dirty="0"/>
              <a:t>Explore Super regeneration</a:t>
            </a:r>
          </a:p>
          <a:p>
            <a:endParaRPr lang="en-IN" dirty="0"/>
          </a:p>
        </p:txBody>
      </p:sp>
      <p:pic>
        <p:nvPicPr>
          <p:cNvPr id="2050" name="Picture 2" descr="Regen Shortwave Receiver">
            <a:extLst>
              <a:ext uri="{FF2B5EF4-FFF2-40B4-BE49-F238E27FC236}">
                <a16:creationId xmlns:a16="http://schemas.microsoft.com/office/drawing/2014/main" id="{E8C02212-369E-6BAB-A10D-32CD827C2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2"/>
          <a:stretch/>
        </p:blipFill>
        <p:spPr bwMode="auto">
          <a:xfrm>
            <a:off x="838200" y="3133725"/>
            <a:ext cx="3809626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6B976C-5A3A-D3F2-A17F-A2C3D5F27B68}"/>
              </a:ext>
            </a:extLst>
          </p:cNvPr>
          <p:cNvSpPr txBox="1"/>
          <p:nvPr/>
        </p:nvSpPr>
        <p:spPr>
          <a:xfrm>
            <a:off x="1638300" y="5655746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Tested design</a:t>
            </a:r>
          </a:p>
        </p:txBody>
      </p:sp>
      <p:pic>
        <p:nvPicPr>
          <p:cNvPr id="2052" name="Picture 4" descr="As-Built Circuit Diagram">
            <a:extLst>
              <a:ext uri="{FF2B5EF4-FFF2-40B4-BE49-F238E27FC236}">
                <a16:creationId xmlns:a16="http://schemas.microsoft.com/office/drawing/2014/main" id="{056BC71B-F15C-9504-DF80-6A7D37570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105" y="2421453"/>
            <a:ext cx="4447858" cy="360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968B90-583E-9D51-43D5-5E90D0A15AE5}"/>
              </a:ext>
            </a:extLst>
          </p:cNvPr>
          <p:cNvSpPr txBox="1"/>
          <p:nvPr/>
        </p:nvSpPr>
        <p:spPr>
          <a:xfrm>
            <a:off x="8160929" y="5731689"/>
            <a:ext cx="239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Unverified Super Regen</a:t>
            </a:r>
          </a:p>
        </p:txBody>
      </p:sp>
    </p:spTree>
    <p:extLst>
      <p:ext uri="{BB962C8B-B14F-4D97-AF65-F5344CB8AC3E}">
        <p14:creationId xmlns:p14="http://schemas.microsoft.com/office/powerpoint/2010/main" val="56509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74F0-02D2-CF10-7AE5-33686B3A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BB390-3FE0-0C1F-DC7C-1115D2A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4350" cy="4351338"/>
          </a:xfrm>
        </p:spPr>
        <p:txBody>
          <a:bodyPr/>
          <a:lstStyle/>
          <a:p>
            <a:r>
              <a:rPr lang="en-IN" dirty="0"/>
              <a:t>Implement GNU radio interface</a:t>
            </a:r>
          </a:p>
          <a:p>
            <a:pPr lvl="1"/>
            <a:r>
              <a:rPr lang="en-IN" dirty="0"/>
              <a:t>Implement streamer for gnu radio</a:t>
            </a:r>
          </a:p>
          <a:p>
            <a:pPr lvl="1"/>
            <a:r>
              <a:rPr lang="en-IN" dirty="0"/>
              <a:t>Create math blocks for doing operations on the received data</a:t>
            </a:r>
          </a:p>
          <a:p>
            <a:pPr lvl="1"/>
            <a:r>
              <a:rPr lang="en-IN" dirty="0"/>
              <a:t>Create flowgraph</a:t>
            </a:r>
          </a:p>
          <a:p>
            <a:pPr lvl="1"/>
            <a:r>
              <a:rPr lang="en-IN" dirty="0"/>
              <a:t>Implement quench clear control</a:t>
            </a:r>
          </a:p>
          <a:p>
            <a:r>
              <a:rPr lang="en-IN" dirty="0"/>
              <a:t>Microcontroller</a:t>
            </a:r>
          </a:p>
          <a:p>
            <a:pPr lvl="1"/>
            <a:r>
              <a:rPr lang="en-IN" dirty="0"/>
              <a:t>  </a:t>
            </a:r>
            <a:r>
              <a:rPr lang="en-IN" b="0" i="0" dirty="0">
                <a:effectLst/>
                <a:latin typeface="Arial" panose="020B0604020202020204" pitchFamily="34" charset="0"/>
              </a:rPr>
              <a:t>STM32F4</a:t>
            </a:r>
            <a:r>
              <a:rPr lang="en-IN" b="0" i="0" dirty="0">
                <a:solidFill>
                  <a:srgbClr val="525A63"/>
                </a:solidFill>
                <a:effectLst/>
                <a:latin typeface="Arial" panose="020B0604020202020204" pitchFamily="34" charset="0"/>
              </a:rPr>
              <a:t> (No FPGA – Overcomplicated)</a:t>
            </a:r>
          </a:p>
          <a:p>
            <a:pPr lvl="1"/>
            <a:r>
              <a:rPr lang="en-IN" dirty="0">
                <a:latin typeface="Arial" panose="020B0604020202020204" pitchFamily="34" charset="0"/>
              </a:rPr>
              <a:t> Target Sampling Rate: 3Mhz (1Mhz  Nyquist’s Bandwidth)</a:t>
            </a:r>
            <a:endParaRPr lang="en-IN" b="0" i="0" dirty="0">
              <a:effectLst/>
              <a:latin typeface="Arial" panose="020B0604020202020204" pitchFamily="34" charset="0"/>
            </a:endParaRPr>
          </a:p>
          <a:p>
            <a:endParaRPr lang="en-IN" b="0" i="0" dirty="0">
              <a:solidFill>
                <a:srgbClr val="525A6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What Is GNU Radio - GNU Radio">
            <a:extLst>
              <a:ext uri="{FF2B5EF4-FFF2-40B4-BE49-F238E27FC236}">
                <a16:creationId xmlns:a16="http://schemas.microsoft.com/office/drawing/2014/main" id="{9AA79BE7-C3A8-2028-223D-3D9348CF1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65125"/>
            <a:ext cx="4848225" cy="194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utomatic Picture Transmission (APT) ">
            <a:extLst>
              <a:ext uri="{FF2B5EF4-FFF2-40B4-BE49-F238E27FC236}">
                <a16:creationId xmlns:a16="http://schemas.microsoft.com/office/drawing/2014/main" id="{8080D4E2-9AD4-849B-E977-0F7E01EC9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76" y="2310879"/>
            <a:ext cx="2471736" cy="411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91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05E1-EE7E-4E20-CC6B-2D6F534D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5E69-4C46-4BA4-5D2E-4ED00F75C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576" cy="4351338"/>
          </a:xfrm>
        </p:spPr>
        <p:txBody>
          <a:bodyPr/>
          <a:lstStyle/>
          <a:p>
            <a:r>
              <a:rPr lang="en-IN" dirty="0"/>
              <a:t>Realised SDR</a:t>
            </a:r>
          </a:p>
          <a:p>
            <a:r>
              <a:rPr lang="en-IN" dirty="0"/>
              <a:t>Less than 10mw power consumption for hardware</a:t>
            </a:r>
          </a:p>
          <a:p>
            <a:r>
              <a:rPr lang="en-IN" dirty="0"/>
              <a:t>A mini portable weather station</a:t>
            </a:r>
          </a:p>
          <a:p>
            <a:r>
              <a:rPr lang="en-IN" dirty="0"/>
              <a:t>Analysed frequency response of a regenerative </a:t>
            </a:r>
            <a:r>
              <a:rPr lang="en-IN" dirty="0" err="1"/>
              <a:t>reciever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4" descr="Extreme NOAA APT Transmission Distance [Info in Comments] : r/amateurradio">
            <a:extLst>
              <a:ext uri="{FF2B5EF4-FFF2-40B4-BE49-F238E27FC236}">
                <a16:creationId xmlns:a16="http://schemas.microsoft.com/office/drawing/2014/main" id="{7C5B751E-C516-C051-F9FD-C12043CB0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52" y="877825"/>
            <a:ext cx="6028132" cy="421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2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4845</TotalTime>
  <Words>205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wf_segoe-ui_normal</vt:lpstr>
      <vt:lpstr>Office Theme</vt:lpstr>
      <vt:lpstr>Regenerative SDR for NOAA Satellite Reception</vt:lpstr>
      <vt:lpstr>Problem Statement</vt:lpstr>
      <vt:lpstr>Approach</vt:lpstr>
      <vt:lpstr>Implementation</vt:lpstr>
      <vt:lpstr>Implementation</vt:lpstr>
      <vt:lpstr>Software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Regenerative SDR for NOAA Satellite Reception</dc:title>
  <dc:creator>surya</dc:creator>
  <cp:lastModifiedBy>surya</cp:lastModifiedBy>
  <cp:revision>12</cp:revision>
  <dcterms:created xsi:type="dcterms:W3CDTF">2025-08-08T07:22:18Z</dcterms:created>
  <dcterms:modified xsi:type="dcterms:W3CDTF">2025-08-11T16:08:02Z</dcterms:modified>
</cp:coreProperties>
</file>